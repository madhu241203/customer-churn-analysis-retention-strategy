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750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56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68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40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19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541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899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6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68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30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30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0854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32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558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779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363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83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3C93-DA23-48A5-8FD4-9CFFC0FB0685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82F84-81CC-43B2-8F2F-6AF6AA386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690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6D33-CE22-AB2B-6F90-99CB0A2F2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0891"/>
            <a:ext cx="9144000" cy="870858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Analysis &amp; Retention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DE479-6EE3-2FB1-1B7D-572C859914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   </a:t>
            </a:r>
          </a:p>
          <a:p>
            <a:r>
              <a:rPr lang="en-IN" b="1" dirty="0"/>
              <a:t>                                                                                   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Sure Madhu Latha</a:t>
            </a:r>
          </a:p>
        </p:txBody>
      </p:sp>
    </p:spTree>
    <p:extLst>
      <p:ext uri="{BB962C8B-B14F-4D97-AF65-F5344CB8AC3E}">
        <p14:creationId xmlns:p14="http://schemas.microsoft.com/office/powerpoint/2010/main" val="276006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61B61-7369-5E73-9499-A1240E07A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051" y="87086"/>
            <a:ext cx="11147561" cy="65314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522CF-CAB3-29EC-A789-1DD000E32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171" y="1175657"/>
            <a:ext cx="11843657" cy="546027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Project Overview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refers to the percentage of customers who stop using a company's products or services within a specific period. High churn rates negatively impact revenue, profitability, and customer acquisition costs. Organizations spend significant resources acquiring customers, making customer retention a critical business objective.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focuses on </a:t>
            </a:r>
            <a:r>
              <a:rPr lang="en-IN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</a:t>
            </a: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churn patterns, identifying root causes of customer attrition, and recommending proactive retention strategies using data analytics and business analysis methodologies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IN" b="1" dirty="0"/>
              <a:t>Technologies Used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for data preprocessing and data integration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for data storage and querying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for dashboard creation and visualization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Analysis Documentation for requirement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574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EB1F-DE49-DABB-1F1A-1A090988D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94" y="1"/>
            <a:ext cx="10500937" cy="70539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DADB5-D0C2-5C4F-2DB8-07AAD70EE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589" y="940526"/>
            <a:ext cx="11834948" cy="5826034"/>
          </a:xfrm>
        </p:spPr>
        <p:txBody>
          <a:bodyPr>
            <a:normAutofit fontScale="92500"/>
          </a:bodyPr>
          <a:lstStyle/>
          <a:p>
            <a:pPr algn="l"/>
            <a:r>
              <a:rPr lang="en-IN" b="1" dirty="0"/>
              <a:t>Understanding the Problem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retention is becoming increasingly challenging due to intense market competition and changing customer expectations. Organizations often focus heavily on customer acquisition while neglecting customer retention.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existing business process lacked a structured mechanism to identify customers who were likely to discontinue services. Decision-making was largely dependent on historical reports rather than predictive insights.</a:t>
            </a:r>
          </a:p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 Identified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centralized churn monitoring system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</a:t>
            </a:r>
            <a:r>
              <a:rPr lang="en-IN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actively tracked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not quantified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proactive customer retention measures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visibility into high-risk customer segments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reporting processes causing delays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5045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94F32-7131-A18A-D9A4-F77F2691C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9" y="69669"/>
            <a:ext cx="11956868" cy="83602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11D32B-A88A-204F-20DD-C2E46A612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337" y="992776"/>
            <a:ext cx="12122331" cy="5699760"/>
          </a:xfrm>
        </p:spPr>
        <p:txBody>
          <a:bodyPr/>
          <a:lstStyle/>
          <a:p>
            <a:pPr algn="l"/>
            <a:r>
              <a:rPr lang="en-IN" b="1" dirty="0"/>
              <a:t>Project Objectives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primary objective of this project is to identify customer churn patterns and develop strategies to improve customer retention through data-driven insights.</a:t>
            </a:r>
          </a:p>
          <a:p>
            <a:pPr algn="l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Objectives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churn trends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factors influencing customer attrition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 customers based on risk levels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 business impact of churn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retention-focused dashboards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management decision-making through KPI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84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4027-BB43-8BA1-1FC6-0BA160443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66651" cy="600891"/>
          </a:xfrm>
        </p:spPr>
        <p:txBody>
          <a:bodyPr>
            <a:normAutofit/>
          </a:bodyPr>
          <a:lstStyle/>
          <a:p>
            <a:r>
              <a:rPr lang="en-IN" sz="200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DEBDD-AC11-3415-7503-47BCA34A4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669"/>
            <a:ext cx="12192000" cy="6688182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Goals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Reduce churn rate 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Increase retention rate 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Improve customer satisfaction 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Enhance revenue stability 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Support long-term business growth </a:t>
            </a:r>
          </a:p>
          <a:p>
            <a:pPr algn="l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Outcomes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Improved visibility into customer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Better customer engagement strategies 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Increased operational efficiency 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Improved profitability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3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65EE-739A-ECB2-75A7-2038CE3BE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10" y="69669"/>
            <a:ext cx="11834949" cy="696685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Work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0779B-A8CC-B5AF-8886-26F00B6F7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27313"/>
            <a:ext cx="12192000" cy="596101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IN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Analysis Lifecycle Followed</a:t>
            </a:r>
          </a:p>
          <a:p>
            <a:pPr algn="l"/>
            <a:r>
              <a:rPr lang="en-IN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followed a structured Business Analysis approach to ensure proper requirement gathering, stakeholder involvement, validation, and implementation.</a:t>
            </a:r>
          </a:p>
          <a:p>
            <a:pPr algn="l"/>
            <a:r>
              <a:rPr lang="en-IN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</a:t>
            </a:r>
          </a:p>
          <a:p>
            <a:pPr algn="l"/>
            <a:r>
              <a:rPr lang="en-IN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BRD (Business Requirement Document)</a:t>
            </a:r>
          </a:p>
          <a:p>
            <a:pPr algn="l"/>
            <a:r>
              <a:rPr lang="en-IN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Captured business needs, project goals, and stakeholder expectations.</a:t>
            </a:r>
          </a:p>
          <a:p>
            <a:pPr algn="l"/>
            <a:r>
              <a:rPr lang="en-IN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Stakeholder Matrix</a:t>
            </a:r>
          </a:p>
          <a:p>
            <a:pPr algn="l"/>
            <a:r>
              <a:rPr lang="en-IN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stakeholders, their roles, influence levels, and project involvement.</a:t>
            </a:r>
          </a:p>
          <a:p>
            <a:pPr algn="l"/>
            <a:r>
              <a:rPr lang="en-IN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FRD (Functional Requirement Document)</a:t>
            </a:r>
          </a:p>
          <a:p>
            <a:pPr algn="l"/>
            <a:r>
              <a:rPr lang="en-IN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detailed system functionalities required to meet business objectives.</a:t>
            </a:r>
          </a:p>
          <a:p>
            <a:pPr algn="l"/>
            <a:r>
              <a:rPr lang="en-IN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Stories</a:t>
            </a:r>
          </a:p>
          <a:p>
            <a:pPr algn="l"/>
            <a:r>
              <a:rPr lang="en-IN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Translated requirements into user-focused scenarios for better understanding.</a:t>
            </a:r>
          </a:p>
          <a:p>
            <a:pPr algn="l"/>
            <a:r>
              <a:rPr lang="en-IN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Analysis</a:t>
            </a:r>
          </a:p>
          <a:p>
            <a:pPr algn="l"/>
            <a:r>
              <a:rPr lang="en-IN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Studied existing business processes and identified inefficiencies.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798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8324-11BB-3790-1C9A-59288CCFB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75658" cy="269966"/>
          </a:xfrm>
        </p:spPr>
        <p:txBody>
          <a:bodyPr>
            <a:normAutofit/>
          </a:bodyPr>
          <a:lstStyle/>
          <a:p>
            <a:r>
              <a:rPr lang="en-IN" sz="2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0B68-32DA-C539-28AE-AC90A59EE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267557" cy="5791200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Analysis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current processes with desired future-state processes.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RTM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Mapped requirements to testing activities for traceability.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UATthrough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Power BI dashboards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whether the final solution met business expectations.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Development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insights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31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7CCD-92C1-50C3-DE95-BACCA702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89698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 Gathering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BDA4-6814-07A3-73F1-81A1C244D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79269"/>
            <a:ext cx="12191999" cy="6178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Requirement Elicitation Process</a:t>
            </a:r>
          </a:p>
          <a:p>
            <a:r>
              <a:rPr lang="en-IN" dirty="0"/>
              <a:t>Requirements were gathered through stakeholder discussions, business process reviews, and analysis of existing reporting mechanisms.</a:t>
            </a:r>
          </a:p>
          <a:p>
            <a:pPr marL="0" indent="0">
              <a:buNone/>
            </a:pPr>
            <a:r>
              <a:rPr lang="en-IN" b="1" dirty="0"/>
              <a:t> Business Requirements</a:t>
            </a:r>
          </a:p>
          <a:p>
            <a:r>
              <a:rPr lang="en-IN" dirty="0"/>
              <a:t>Track customer churn </a:t>
            </a:r>
          </a:p>
          <a:p>
            <a:r>
              <a:rPr lang="en-IN" dirty="0"/>
              <a:t>Improve customer retention </a:t>
            </a:r>
          </a:p>
          <a:p>
            <a:r>
              <a:rPr lang="en-IN" dirty="0"/>
              <a:t>Monitor revenue impact </a:t>
            </a:r>
          </a:p>
          <a:p>
            <a:r>
              <a:rPr lang="en-IN" dirty="0"/>
              <a:t>Generate executive reports </a:t>
            </a:r>
          </a:p>
          <a:p>
            <a:r>
              <a:rPr lang="en-IN" dirty="0"/>
              <a:t>Improve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4661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64AB-B847-C78C-788F-4ACFC7F57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78" y="190546"/>
            <a:ext cx="686377" cy="271008"/>
          </a:xfrm>
        </p:spPr>
        <p:txBody>
          <a:bodyPr>
            <a:normAutofit/>
          </a:bodyPr>
          <a:lstStyle/>
          <a:p>
            <a:r>
              <a:rPr lang="en-IN" sz="200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C1524-328B-831F-A072-7DAD3F76D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78" y="0"/>
            <a:ext cx="12032044" cy="6766560"/>
          </a:xfrm>
        </p:spPr>
        <p:txBody>
          <a:bodyPr>
            <a:normAutofit fontScale="92500"/>
          </a:bodyPr>
          <a:lstStyle/>
          <a:p>
            <a:pPr algn="l"/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1.Functional Requirements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monitoring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reporting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analysis </a:t>
            </a:r>
          </a:p>
          <a:p>
            <a:pPr algn="l"/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2.Non-Functional Requirements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performance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security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Reliability 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 </a:t>
            </a:r>
          </a:p>
          <a:p>
            <a:pPr algn="l"/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 Prioritization</a:t>
            </a:r>
          </a:p>
          <a:p>
            <a:pPr algn="l"/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 were prioritized based on business value, implementation feasibility, and stakeholder expectations.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87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B015-4362-9A9D-9298-9A15A486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1" y="0"/>
            <a:ext cx="12061370" cy="83602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F6549-2B07-4F13-08D4-1B2719CBE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2" y="836023"/>
            <a:ext cx="12061369" cy="58695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used customer-related data collected from organizational databases and stored in MySQL.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Categories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Information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ID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Information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Subscription type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Contract duration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category 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425338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9D5B-FC5D-9749-CE3A-3798436FB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00" dirty="0"/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9459C-2AC4-26DA-4BED-F0628A564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57851"/>
          </a:xfrm>
        </p:spPr>
        <p:txBody>
          <a:bodyPr>
            <a:normAutofit lnSpcReduction="10000"/>
          </a:bodyPr>
          <a:lstStyle/>
          <a:p>
            <a:endParaRPr lang="en-IN" b="1" dirty="0"/>
          </a:p>
          <a:p>
            <a:pPr algn="l"/>
            <a:r>
              <a:rPr lang="en-IN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Behavioral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Information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tenure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Satisfaction score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status </a:t>
            </a:r>
          </a:p>
          <a:p>
            <a:pPr algn="l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 Activities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 treatment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removal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validation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Data Quality</a:t>
            </a:r>
          </a:p>
          <a:p>
            <a:pPr algn="l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High-quality data ensures accurate analysis and reliable business insights.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35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3D95-670F-FD96-C0E4-A43743B9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0"/>
            <a:ext cx="12070079" cy="72281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State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ABCC4-C84D-20F1-1D2B-47B43C14A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722811"/>
            <a:ext cx="12009119" cy="6008915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Business Process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organization primarily relied on manual processes to monitor customer churn.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Challenges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automated churn tracking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reporting capabilities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Reactive customer retention efforts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Delayed business insights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customer segmentation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Business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customer loss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Delayed response to churn risks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Inefficient resource allocation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decline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existing process was focused on responding after churn occurred rather than preventing churn proactively.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7911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ED47-0020-E18D-8E98-38D78A6DA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078789" cy="687976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State Analysis(To-be)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4A612-EC35-5ECB-E050-BD8535727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9" y="687977"/>
            <a:ext cx="12078788" cy="617002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Future Process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future-state process aims to establish a proactive customer retention framework.</a:t>
            </a:r>
          </a:p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Improvements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churn monitoring 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dashboards 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 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tracking 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reporting </a:t>
            </a:r>
          </a:p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Benefits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identification of churn risks 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customer engagement 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retention campaigns 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revenue loss </a:t>
            </a:r>
          </a:p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Advantage</a:t>
            </a:r>
          </a:p>
          <a:p>
            <a:pPr algn="l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organization will shift from reactive decision-making to proactive business management.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04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41E8-0812-9268-4B47-43029533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92479"/>
          </a:xfrm>
        </p:spPr>
        <p:txBody>
          <a:bodyPr/>
          <a:lstStyle/>
          <a:p>
            <a:r>
              <a:rPr lang="en-IN" dirty="0"/>
              <a:t>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102CF-B562-5CCF-0DAF-6A35EDBD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1851"/>
            <a:ext cx="12191999" cy="6196148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6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Identification</a:t>
            </a:r>
          </a:p>
          <a:p>
            <a:r>
              <a:rPr lang="en-IN" sz="6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analysis was conducted to compare current operations with desired future-state capabilities.</a:t>
            </a:r>
          </a:p>
          <a:p>
            <a:pPr marL="0" indent="0">
              <a:buNone/>
            </a:pPr>
            <a:r>
              <a:rPr lang="en-IN" sz="6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Gaps Identified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6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Gap</a:t>
            </a:r>
          </a:p>
          <a:p>
            <a:r>
              <a:rPr lang="en-IN" sz="6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structured churn monitoring system.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6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Gap</a:t>
            </a:r>
          </a:p>
          <a:p>
            <a:r>
              <a:rPr lang="en-IN" sz="6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Static reports lacked business insights.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6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Gap</a:t>
            </a:r>
          </a:p>
          <a:p>
            <a:r>
              <a:rPr lang="en-IN" sz="6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identification was manual.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6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Gap</a:t>
            </a:r>
          </a:p>
          <a:p>
            <a:r>
              <a:rPr lang="en-IN" sz="6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predictive capabilities.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6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Gap</a:t>
            </a:r>
          </a:p>
          <a:p>
            <a:r>
              <a:rPr lang="en-IN" sz="6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due to churn was not tracked.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6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Gap</a:t>
            </a:r>
          </a:p>
          <a:p>
            <a:r>
              <a:rPr lang="en-IN" sz="6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Executives lacked real-time visibility.</a:t>
            </a:r>
          </a:p>
          <a:p>
            <a:r>
              <a:rPr lang="en-IN" sz="6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1992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C43D-F54A-B8F1-2D15-262583E1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1" y="-87085"/>
            <a:ext cx="12026536" cy="103632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18ABC-EC19-FD4D-F93B-06E903713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1" y="679269"/>
            <a:ext cx="12070078" cy="617873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Dashboard Solution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provides comprehensive visibility into customer churn and retention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Components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Dashboard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high-level KPIs and business performance indicators.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 Dashboard</a:t>
            </a:r>
          </a:p>
          <a:p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groups based on demographics and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Analysis Dashboard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churn trends and high-risk customer categories.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Dashboard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financial impact associated with customer attrition.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Value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enables management to make faster and more informed decisions.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355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633F-7D12-68E8-9C02-8A6662A8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" y="-87086"/>
            <a:ext cx="11189179" cy="89698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666D0-8104-F27D-ABB3-6E721EB10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" y="531223"/>
            <a:ext cx="12035246" cy="63267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Insights Discovered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revealed several patterns associated with customer churn.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1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shorter tenure exhibited higher churn rates.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2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Month-to-month contracts experienced greater customer loss compared to long-term contracts.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3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satisfaction levels strongly influenced retention.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4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customer segments contributed disproportionately to revenue loss.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5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engagement activities were insufficient for high-risk groups.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Observation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is influenced by a combination of service, financial, and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behavioral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factors.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150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5C7E-B8EE-60B2-D86C-C0AE4CDE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" y="113212"/>
            <a:ext cx="11189179" cy="74893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cause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AD09-7F56-D1C9-1915-41056669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6" y="766354"/>
            <a:ext cx="12052663" cy="597843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Customers Churn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cause analysis was performed to understand the underlying reasons for customer attrition.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Causes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retention strategies 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loyalty programs 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customer engagement 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Causes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Delayed reporting 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monitoring 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KPI tracking 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Causes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Absence of predictive analytics 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automation 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data visibility 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Organizational Causes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Inconsistent decision-making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815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3B8E-DF8E-5661-F69E-106DA9DE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818606"/>
          </a:xfrm>
        </p:spPr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38DBC-33F5-2726-8C8F-E2243E73C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7" y="696685"/>
            <a:ext cx="12052662" cy="616131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Strategic Recommendations</a:t>
            </a:r>
          </a:p>
          <a:p>
            <a:r>
              <a:rPr lang="en-IN" b="1" dirty="0"/>
              <a:t>Short-Term Recommendations</a:t>
            </a:r>
          </a:p>
          <a:p>
            <a:r>
              <a:rPr lang="en-IN" dirty="0"/>
              <a:t>Develop retention campaigns </a:t>
            </a:r>
          </a:p>
          <a:p>
            <a:r>
              <a:rPr lang="en-IN" dirty="0"/>
              <a:t>Monitor customer satisfaction </a:t>
            </a:r>
          </a:p>
          <a:p>
            <a:r>
              <a:rPr lang="en-IN" dirty="0"/>
              <a:t>Improve reporting frequency </a:t>
            </a:r>
          </a:p>
          <a:p>
            <a:pPr marL="0" indent="0">
              <a:buNone/>
            </a:pPr>
            <a:r>
              <a:rPr lang="en-IN" b="1" dirty="0"/>
              <a:t>Medium-Term Recommendations</a:t>
            </a:r>
          </a:p>
          <a:p>
            <a:r>
              <a:rPr lang="en-IN" dirty="0"/>
              <a:t>Implement customer segmentation </a:t>
            </a:r>
          </a:p>
          <a:p>
            <a:r>
              <a:rPr lang="en-IN" dirty="0"/>
              <a:t>Introduce KPI monitoring </a:t>
            </a:r>
          </a:p>
          <a:p>
            <a:r>
              <a:rPr lang="en-IN" dirty="0"/>
              <a:t>Improve executive reporting </a:t>
            </a:r>
          </a:p>
          <a:p>
            <a:pPr marL="0" indent="0">
              <a:buNone/>
            </a:pPr>
            <a:r>
              <a:rPr lang="en-IN" b="1" dirty="0"/>
              <a:t>Long-Term Recommendations</a:t>
            </a:r>
          </a:p>
          <a:p>
            <a:r>
              <a:rPr lang="en-IN" dirty="0"/>
              <a:t>Develop churn prediction models </a:t>
            </a:r>
          </a:p>
          <a:p>
            <a:r>
              <a:rPr lang="en-IN" dirty="0"/>
              <a:t>Automate customer risk detection </a:t>
            </a:r>
          </a:p>
          <a:p>
            <a:r>
              <a:rPr lang="en-IN" dirty="0"/>
              <a:t>Deploy AI-driven retention strategies </a:t>
            </a:r>
          </a:p>
          <a:p>
            <a:pPr marL="0" indent="0">
              <a:buNone/>
            </a:pPr>
            <a:r>
              <a:rPr lang="en-IN" b="1" dirty="0"/>
              <a:t>Expected Results</a:t>
            </a:r>
          </a:p>
          <a:p>
            <a:r>
              <a:rPr lang="en-IN" dirty="0"/>
              <a:t>Reduced churn </a:t>
            </a:r>
          </a:p>
          <a:p>
            <a:r>
              <a:rPr lang="en-IN" dirty="0"/>
              <a:t>Increased retention </a:t>
            </a:r>
          </a:p>
          <a:p>
            <a:r>
              <a:rPr lang="en-IN" dirty="0"/>
              <a:t>Better customer experience </a:t>
            </a:r>
          </a:p>
          <a:p>
            <a:r>
              <a:rPr lang="en-IN" dirty="0"/>
              <a:t>Improved profitability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574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9FF4B-50D2-9308-E337-5DCF87D87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5" y="69670"/>
            <a:ext cx="12017828" cy="74022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E7CA0-C584-79A5-40B5-E658E3B3A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94" y="722811"/>
            <a:ext cx="12017827" cy="6065519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Organizational Benefits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Benefits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revenue retention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customer acquisition costs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profitability 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Benefits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reporting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resource utilization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process efficiency 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Benefits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customer experience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service quality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customer loyalty 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Benefits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culture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Competitive advantage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Sustainable business growth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265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6B71-8508-387C-0A35-C6437BB2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" y="87086"/>
            <a:ext cx="12043954" cy="78377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87E6D-5EBC-26B4-ECC3-323FF5E6C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9" y="740229"/>
            <a:ext cx="12052662" cy="6030685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Enhancements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Analytics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machine learning models to predict churn before it occurs.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Lifetime Value Analysis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 long-term customer value and prioritize retention efforts.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 Analysis</a:t>
            </a:r>
          </a:p>
          <a:p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feedback and reviews to identify dissatisfaction.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Monitoring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continuous monitoring through live dashboards.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Intelligence Integration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AI-based recommendations for personalized customer engagement strategies.</a:t>
            </a: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Enterprise-Wide Expansion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the same framework across different products, services, and regions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8783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562E-6B5A-FB33-DB08-39034AB2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" y="60961"/>
            <a:ext cx="12096205" cy="888274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62CD7-69C9-63B9-8A78-BC91470C8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94" y="1036319"/>
            <a:ext cx="12000412" cy="5760719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Customer Churn Analysis &amp; Retention Strategy project successfully combined Business Analysis practices with data analytics technologies to address a critical business challenge.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BRD, FRD, Stakeholder Analysis, User Stories, Process Analysis, Gap Analysis, RTM, and UAT, the project established a strong foundation for solution development. By integrating Python, MySQL, and Power BI, actionable insights were generated to identify churn patterns, quantify business impact, and recommend effective retention strategies.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proposed solution empowers organizations to make proactive decisions, reduce customer attrition, improve customer satisfaction, and achieve sustainable business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755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wnload Free Images on Unsplash">
            <a:extLst>
              <a:ext uri="{FF2B5EF4-FFF2-40B4-BE49-F238E27FC236}">
                <a16:creationId xmlns:a16="http://schemas.microsoft.com/office/drawing/2014/main" id="{F836E494-8722-9995-CAC6-FDBA9ABDF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-509531"/>
            <a:ext cx="11852365" cy="788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75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95</TotalTime>
  <Words>1331</Words>
  <Application>Microsoft Office PowerPoint</Application>
  <PresentationFormat>Widescreen</PresentationFormat>
  <Paragraphs>267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Bookman Old Style</vt:lpstr>
      <vt:lpstr>Calibri</vt:lpstr>
      <vt:lpstr>Rockwell</vt:lpstr>
      <vt:lpstr>Wingdings</vt:lpstr>
      <vt:lpstr>Damask</vt:lpstr>
      <vt:lpstr>Customer Churn Analysis &amp; Retention Strategy</vt:lpstr>
      <vt:lpstr>Introduction</vt:lpstr>
      <vt:lpstr>Business Problem</vt:lpstr>
      <vt:lpstr>Objectives</vt:lpstr>
      <vt:lpstr>.</vt:lpstr>
      <vt:lpstr>Project Work Flow</vt:lpstr>
      <vt:lpstr>.</vt:lpstr>
      <vt:lpstr>Requirements Gathering</vt:lpstr>
      <vt:lpstr>.</vt:lpstr>
      <vt:lpstr>Dataset description</vt:lpstr>
      <vt:lpstr>.</vt:lpstr>
      <vt:lpstr>Current State Analysis</vt:lpstr>
      <vt:lpstr>Future State Analysis(To-be)</vt:lpstr>
      <vt:lpstr>Gap analysis</vt:lpstr>
      <vt:lpstr>Dashboard overview </vt:lpstr>
      <vt:lpstr>Key findings</vt:lpstr>
      <vt:lpstr>Root cause analysis</vt:lpstr>
      <vt:lpstr>Recommendations</vt:lpstr>
      <vt:lpstr>Business Impact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 madhulatha</dc:creator>
  <cp:lastModifiedBy>sure madhulatha</cp:lastModifiedBy>
  <cp:revision>2</cp:revision>
  <dcterms:created xsi:type="dcterms:W3CDTF">2026-06-13T17:18:28Z</dcterms:created>
  <dcterms:modified xsi:type="dcterms:W3CDTF">2026-06-13T18:54:05Z</dcterms:modified>
</cp:coreProperties>
</file>